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635000"/>
            <a:ext cx="508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SutonnyMJ"/>
              </a:rPr>
              <a:t>Avwg evsjvq Mvb MvB|</a:t>
            </a:r>
          </a:p>
          <a:p>
            <a:r>
              <a:rPr>
                <a:latin typeface="Calibri"/>
              </a:rPr>
              <a:t>Source: Daily Star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635000"/>
            <a:ext cx="508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Kalpurush"/>
              </a:rPr>
              <a:t>আমি বাংলায় গান গাই।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